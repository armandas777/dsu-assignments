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8"/>
  </p:notesMasterIdLst>
  <p:handoutMasterIdLst>
    <p:handoutMasterId r:id="rId29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10/30/2026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10/30/2026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dirty="0"/>
              <a:t>Terrain tools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 algn="r"/>
            <a:r>
              <a:rPr lang="en-US" dirty="0"/>
              <a:t>Armandas </a:t>
            </a:r>
            <a:r>
              <a:rPr lang="en-US" dirty="0" err="1"/>
              <a:t>Abramavi</a:t>
            </a:r>
            <a:r>
              <a:rPr lang="lt-LT" dirty="0"/>
              <a:t>čius – </a:t>
            </a:r>
            <a:r>
              <a:rPr lang="en-US" dirty="0"/>
              <a:t>20258497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E3A2-724C-3570-1E94-4142E92D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E5BBD-1CB7-1394-15C8-2ED00036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will learn: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different brushes are used (Height Brushes);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Hydraulic / Thermal erosion and smoothing;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Brush masks, noise, falloff, and repeatable terrain edits;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Creating a </a:t>
            </a:r>
            <a:r>
              <a:rPr lang="en-US" sz="2400"/>
              <a:t>more natural terrain;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547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D8FF-3EB5-BD82-B9D9-F920FD32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8089"/>
            <a:ext cx="10963655" cy="762001"/>
          </a:xfrm>
        </p:spPr>
        <p:txBody>
          <a:bodyPr/>
          <a:lstStyle/>
          <a:p>
            <a:r>
              <a:rPr lang="en-US" dirty="0"/>
              <a:t>Step 1: open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53F6-CDD9-4BEE-AA42-82CBA7753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 the project;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 “Before” scene in Scenes folder;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FB769-C57C-9F68-074D-67E4D5341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5" y="3492910"/>
            <a:ext cx="1276350" cy="1504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E3D500-847A-9EB7-3CD9-E4B016A61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650" y="1079090"/>
            <a:ext cx="3686175" cy="1685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8C87BE-C534-218C-0FD5-1877C9F9A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048000"/>
            <a:ext cx="4363183" cy="37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3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8CEE-727F-0FE0-0555-353C10E6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Terrain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268E-FD31-EF54-32C6-06438EAB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terrain you see is 1000x1000x600 resolution (1000 length, 1000 width, 600 height) and heightmap resolution is the default 512x512 and I simply added a green material to simulate grass</a:t>
            </a:r>
          </a:p>
        </p:txBody>
      </p:sp>
    </p:spTree>
    <p:extLst>
      <p:ext uri="{BB962C8B-B14F-4D97-AF65-F5344CB8AC3E}">
        <p14:creationId xmlns:p14="http://schemas.microsoft.com/office/powerpoint/2010/main" val="238428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4E59-9DCA-F265-EAB4-9249AF3D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</a:t>
            </a:r>
            <a:r>
              <a:rPr lang="en-US" dirty="0" err="1"/>
              <a:t>INspect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740B-5DF4-7AB9-38DF-EE7BE2F7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5465214" cy="4343400"/>
          </a:xfrm>
        </p:spPr>
        <p:txBody>
          <a:bodyPr/>
          <a:lstStyle/>
          <a:p>
            <a:r>
              <a:rPr lang="en-US" sz="2400" dirty="0"/>
              <a:t>To make the current terrain more realistic, first thing we’re </a:t>
            </a:r>
            <a:r>
              <a:rPr lang="en-US" sz="2400" dirty="0" err="1"/>
              <a:t>gonna</a:t>
            </a:r>
            <a:r>
              <a:rPr lang="en-US" sz="2400" dirty="0"/>
              <a:t> do is polish how mountains look;</a:t>
            </a:r>
          </a:p>
          <a:p>
            <a:r>
              <a:rPr lang="en-US" sz="2400" dirty="0"/>
              <a:t>To do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the Terrain object (either in Hierarchy or in Scene)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Under [Terrain] component, select the 2</a:t>
            </a:r>
            <a:r>
              <a:rPr lang="en-US" sz="2400" baseline="30000" dirty="0"/>
              <a:t>nd</a:t>
            </a:r>
            <a:r>
              <a:rPr lang="en-US" sz="2400" dirty="0"/>
              <a:t> icon “Paint Terrain”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5E0C0-EB8C-D548-7F8B-A08E0CACC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28600"/>
            <a:ext cx="5562600" cy="443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7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14E4-2DD3-506F-EE5C-1FDC7E42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select thermal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FAD730-BD83-B32B-F8E1-A5B8EB00C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1400" y="1828800"/>
            <a:ext cx="4410075" cy="294322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1A75DA-E1F3-47A6-B9FA-3B06C17E4796}"/>
              </a:ext>
            </a:extLst>
          </p:cNvPr>
          <p:cNvSpPr txBox="1">
            <a:spLocks/>
          </p:cNvSpPr>
          <p:nvPr/>
        </p:nvSpPr>
        <p:spPr>
          <a:xfrm>
            <a:off x="612647" y="1828800"/>
            <a:ext cx="5465214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Now select the Thermal Erosion setting for the brush;</a:t>
            </a:r>
          </a:p>
          <a:p>
            <a:r>
              <a:rPr lang="en-US" sz="2400" dirty="0"/>
              <a:t>To do so: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the dropdown menu located above brushes;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Erosion -&gt; Thermal;</a:t>
            </a:r>
          </a:p>
        </p:txBody>
      </p:sp>
    </p:spTree>
    <p:extLst>
      <p:ext uri="{BB962C8B-B14F-4D97-AF65-F5344CB8AC3E}">
        <p14:creationId xmlns:p14="http://schemas.microsoft.com/office/powerpoint/2010/main" val="319601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C439-AEF7-B699-CB81-DE8EDB3F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Hydraulic &amp; Thermal erosion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16EB-4350-FAB2-D86D-7D565DDEB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Difference between [Hydraulic] and [Thermal] erosion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Hydraulic erosion tool allows you to realistically shape the terrain in a way that simulates moving water that carves channels, moves away soil or carries over sediments;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Thermal erosion tool flattens steep slopes by sliding the shape down; it softens overly steep hills;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Put in simple terms – hydraulic is for water erosion; thermal is for mountains or steep terrain;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010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8B0B-1CCB-4D6B-5B4C-56123DED0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066799"/>
            <a:ext cx="5178552" cy="762001"/>
          </a:xfrm>
        </p:spPr>
        <p:txBody>
          <a:bodyPr/>
          <a:lstStyle/>
          <a:p>
            <a:r>
              <a:rPr lang="en-US" dirty="0"/>
              <a:t>Step 4: adjust brush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E64A1-D9D8-E77B-B2D8-7E08E7492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15" y="1991031"/>
            <a:ext cx="4187953" cy="4343400"/>
          </a:xfrm>
        </p:spPr>
        <p:txBody>
          <a:bodyPr/>
          <a:lstStyle/>
          <a:p>
            <a:r>
              <a:rPr lang="en-US" sz="2400" dirty="0"/>
              <a:t>These are the brush stroke settings I am using for thermal erosion;</a:t>
            </a:r>
          </a:p>
          <a:p>
            <a:r>
              <a:rPr lang="en-US" sz="2400" dirty="0"/>
              <a:t>They don’t have to be entirely accurate, just rough estimates;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74CD4-80DA-5378-F5A2-15A6C51DE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24735"/>
            <a:ext cx="3733800" cy="640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B3558-490F-787B-AB53-3824C7D5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polish all steeps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43574-478A-18FA-50E0-AC6E56880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Now with the brush and its settings adjusted you will want to lightly hold / tap on the steepest parts of all mountains in the map to make them look more realistic with the thermal erosion tool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B6F9C-638C-5987-D9DB-E01B3C3AC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170" y="2971800"/>
            <a:ext cx="4257675" cy="3819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0C727-8E3E-4950-6D4C-BA2A2180DA7B}"/>
              </a:ext>
            </a:extLst>
          </p:cNvPr>
          <p:cNvSpPr txBox="1"/>
          <p:nvPr/>
        </p:nvSpPr>
        <p:spPr>
          <a:xfrm>
            <a:off x="6324600" y="345112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A699F-5815-969D-F280-CA57EE13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13445"/>
            <a:ext cx="4127080" cy="36410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7E42EA-25E5-794C-7697-6C796F1165B4}"/>
              </a:ext>
            </a:extLst>
          </p:cNvPr>
          <p:cNvSpPr txBox="1"/>
          <p:nvPr/>
        </p:nvSpPr>
        <p:spPr>
          <a:xfrm>
            <a:off x="226142" y="345112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124587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3158-4F88-3FE5-D375-2AC7CC3C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4F2A-63F5-7B7C-D2DE-7D11E494D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3806953" cy="4343400"/>
          </a:xfrm>
        </p:spPr>
        <p:txBody>
          <a:bodyPr/>
          <a:lstStyle/>
          <a:p>
            <a:r>
              <a:rPr lang="en-US" sz="2400" dirty="0"/>
              <a:t>I also used Thermal erosion tool on the slope of the river to add ridges;</a:t>
            </a:r>
          </a:p>
          <a:p>
            <a:endParaRPr lang="en-US" sz="2400" dirty="0"/>
          </a:p>
          <a:p>
            <a:r>
              <a:rPr lang="en-US" sz="2400" dirty="0"/>
              <a:t>Also do not be scared playing with brush strength &amp; size settings;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785D3-2712-9C08-2EC6-8E6392C6F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353" y="1435511"/>
            <a:ext cx="68389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6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56D4-0C19-33E9-3CED-6701EE23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B32B4-12DC-38B9-3EF9-16773598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4340353" cy="4343400"/>
          </a:xfrm>
        </p:spPr>
        <p:txBody>
          <a:bodyPr/>
          <a:lstStyle/>
          <a:p>
            <a:r>
              <a:rPr lang="en-US" sz="2400" dirty="0"/>
              <a:t>After you’re done polishing all the mountains, we move on to [Noise];</a:t>
            </a:r>
          </a:p>
          <a:p>
            <a:endParaRPr lang="en-US" sz="2400" dirty="0"/>
          </a:p>
          <a:p>
            <a:r>
              <a:rPr lang="en-US" sz="2400" dirty="0"/>
              <a:t>Go in to the dropdown menu;</a:t>
            </a:r>
          </a:p>
          <a:p>
            <a:r>
              <a:rPr lang="en-US" sz="2400" dirty="0"/>
              <a:t>Select Sculpt -&gt; Noise;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1FD92-3C73-0275-00DB-FDE4D6211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728787"/>
            <a:ext cx="48577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71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7A18-2763-CA59-C244-E1AA3E4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65771-A253-F236-D7E0-6C48625BC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4873753" cy="4343400"/>
          </a:xfrm>
        </p:spPr>
        <p:txBody>
          <a:bodyPr/>
          <a:lstStyle/>
          <a:p>
            <a:r>
              <a:rPr lang="en-US" sz="2400" dirty="0"/>
              <a:t>For this ill use the 5</a:t>
            </a:r>
            <a:r>
              <a:rPr lang="en-US" sz="2400" baseline="30000" dirty="0"/>
              <a:t>th</a:t>
            </a:r>
            <a:r>
              <a:rPr lang="en-US" sz="2400" dirty="0"/>
              <a:t> brush and these settings;</a:t>
            </a:r>
          </a:p>
          <a:p>
            <a:r>
              <a:rPr lang="en-US" sz="2400" dirty="0"/>
              <a:t>But the settings used are not strict, you can play around with them as you see fit for your terrain;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0632E-B733-6798-F071-18E1A932E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050"/>
            <a:ext cx="4772025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6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AFF4-334B-805A-189E-D36773CB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B48A-BAE1-BD5E-D4C0-853F2C74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7235953" cy="4343400"/>
          </a:xfrm>
        </p:spPr>
        <p:txBody>
          <a:bodyPr/>
          <a:lstStyle/>
          <a:p>
            <a:r>
              <a:rPr lang="en-US" sz="2400" dirty="0"/>
              <a:t>Noise can be used to give more “roughness” to the surface which can be a nice detail when making realistic terrain;</a:t>
            </a:r>
          </a:p>
          <a:p>
            <a:endParaRPr lang="en-US" sz="2400" dirty="0"/>
          </a:p>
          <a:p>
            <a:r>
              <a:rPr lang="en-US" sz="2400" dirty="0"/>
              <a:t>You can also use Noise in the brush masks as it is similar in functionality;</a:t>
            </a:r>
          </a:p>
        </p:txBody>
      </p:sp>
    </p:spTree>
    <p:extLst>
      <p:ext uri="{BB962C8B-B14F-4D97-AF65-F5344CB8AC3E}">
        <p14:creationId xmlns:p14="http://schemas.microsoft.com/office/powerpoint/2010/main" val="945782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ECF9-97A7-AFCA-94BA-8DE64780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Step 7: roughen flat surfaces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4B902-73B3-B111-B425-4FD02859C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Now we can make our terrain look even more realistic by using noise on all the flat surfaces in our map;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22247-5DCC-B4DE-046F-0B2C8C549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505200"/>
            <a:ext cx="5179919" cy="2867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400E0-A44E-F505-5A06-F1981BE51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5" y="3507658"/>
            <a:ext cx="5734050" cy="2867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B1F393-0F0A-0F63-A5EA-7E500C6BDDFC}"/>
              </a:ext>
            </a:extLst>
          </p:cNvPr>
          <p:cNvSpPr txBox="1"/>
          <p:nvPr/>
        </p:nvSpPr>
        <p:spPr>
          <a:xfrm>
            <a:off x="6111681" y="3059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0CDFF-E67B-C391-2B91-C09653B42C88}"/>
              </a:ext>
            </a:extLst>
          </p:cNvPr>
          <p:cNvSpPr txBox="1"/>
          <p:nvPr/>
        </p:nvSpPr>
        <p:spPr>
          <a:xfrm>
            <a:off x="535858" y="30375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263070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5695-60E1-50D8-C517-425DB926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8: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E577-6790-AC66-2C51-5A88F638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you apply too much noise for your liking and everything looks too rough, you can use smoothing for some parts of the terrain to make It more flat; </a:t>
            </a:r>
          </a:p>
          <a:p>
            <a:r>
              <a:rPr lang="en-US" sz="2400" dirty="0"/>
              <a:t>To do so, you can select [Smooth Height] in the dropdown menu;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EA63A-6E58-AF52-D711-1D6F0EB4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0" y="3276600"/>
            <a:ext cx="2752725" cy="3038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547054-0F06-AF79-9172-D1BAC984F5CE}"/>
              </a:ext>
            </a:extLst>
          </p:cNvPr>
          <p:cNvSpPr txBox="1"/>
          <p:nvPr/>
        </p:nvSpPr>
        <p:spPr>
          <a:xfrm>
            <a:off x="3733800" y="4149506"/>
            <a:ext cx="2752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any size &amp; strength for the brush settings that is fit to your needs</a:t>
            </a:r>
          </a:p>
        </p:txBody>
      </p:sp>
    </p:spTree>
    <p:extLst>
      <p:ext uri="{BB962C8B-B14F-4D97-AF65-F5344CB8AC3E}">
        <p14:creationId xmlns:p14="http://schemas.microsoft.com/office/powerpoint/2010/main" val="65923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7925-4E76-30C1-7CCC-CA78C7EE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Brush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1B90F-158B-B9A3-D168-47F7BC66F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your terrain sculpting process you can also use brush masks that can help you on the way; For example, even if you set the brush strength to max and its still lacking, you can use “Multiply” or “Power” brush mask to increase its effectiveness;</a:t>
            </a:r>
          </a:p>
          <a:p>
            <a:r>
              <a:rPr lang="en-US" sz="2400" dirty="0"/>
              <a:t>Some masks aren’t as useful as others, for example Negate simply acts the same as if you were to hold CTRL which removes height instead of adding it;</a:t>
            </a:r>
          </a:p>
        </p:txBody>
      </p:sp>
    </p:spTree>
    <p:extLst>
      <p:ext uri="{BB962C8B-B14F-4D97-AF65-F5344CB8AC3E}">
        <p14:creationId xmlns:p14="http://schemas.microsoft.com/office/powerpoint/2010/main" val="1982964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E348-4AB5-1E39-AAC2-DD65371A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9: hydraulic Erosion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BCCC-EDF1-A387-0E65-AB41DE1D3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Now we’re </a:t>
            </a:r>
            <a:r>
              <a:rPr lang="en-US" sz="2400" dirty="0" err="1"/>
              <a:t>gonna</a:t>
            </a:r>
            <a:r>
              <a:rPr lang="en-US" sz="2400" dirty="0"/>
              <a:t> focus on the river more, and for that we can use Hydraulic Erosion;</a:t>
            </a:r>
          </a:p>
          <a:p>
            <a:r>
              <a:rPr lang="en-US" sz="2400" dirty="0"/>
              <a:t>Dropdown menu -&gt; Erosion -&gt; Hydraulic;</a:t>
            </a:r>
          </a:p>
          <a:p>
            <a:r>
              <a:rPr lang="en-US" sz="2400" dirty="0"/>
              <a:t>If you like the details as is, you can not use</a:t>
            </a:r>
            <a:br>
              <a:rPr lang="en-US" sz="2400" dirty="0"/>
            </a:br>
            <a:r>
              <a:rPr lang="en-US" sz="2400" dirty="0"/>
              <a:t>this tool, but it almost acts as smoothing;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5731A-9489-E6C5-3C8B-BA7E9B92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590800"/>
            <a:ext cx="43529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39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E606-2D9D-344D-55B1-092E4B81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B7039-235B-0A7E-8B0D-3BE0144EB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Brush Falloff defines how the strength of a brush fades from its center to its outer edges; We are not </a:t>
            </a:r>
            <a:r>
              <a:rPr lang="en-US" sz="2400" dirty="0" err="1"/>
              <a:t>gonna</a:t>
            </a:r>
            <a:r>
              <a:rPr lang="en-US" sz="2400" dirty="0"/>
              <a:t> use it in this project, but I’ll provide an example on how it works;</a:t>
            </a:r>
          </a:p>
          <a:p>
            <a:r>
              <a:rPr lang="en-US" sz="2400" dirty="0"/>
              <a:t>If you wanted to make a “volcano” brush or a “moon crater” brush you can use brush falloff for that;</a:t>
            </a:r>
          </a:p>
          <a:p>
            <a:endParaRPr lang="en-US" sz="2400" dirty="0"/>
          </a:p>
        </p:txBody>
      </p:sp>
      <p:pic>
        <p:nvPicPr>
          <p:cNvPr id="4" name="Picture 3" descr="In Pics | 10 Most active volcanoes in the world">
            <a:extLst>
              <a:ext uri="{FF2B5EF4-FFF2-40B4-BE49-F238E27FC236}">
                <a16:creationId xmlns:a16="http://schemas.microsoft.com/office/drawing/2014/main" id="{3AAAD2C6-7F01-8FE4-6D1F-BA4801B6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4358639"/>
            <a:ext cx="3901440" cy="2194560"/>
          </a:xfrm>
          <a:prstGeom prst="rect">
            <a:avLst/>
          </a:prstGeom>
        </p:spPr>
      </p:pic>
      <p:pic>
        <p:nvPicPr>
          <p:cNvPr id="5" name="Picture 4" descr="12 Massive Meteorite Impact Craters - FossilEra.com">
            <a:extLst>
              <a:ext uri="{FF2B5EF4-FFF2-40B4-BE49-F238E27FC236}">
                <a16:creationId xmlns:a16="http://schemas.microsoft.com/office/drawing/2014/main" id="{D97D62DF-70E3-C6BF-90FA-CCEAC3934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4226400"/>
            <a:ext cx="3300598" cy="233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22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3F5C-760C-1E41-FBD7-23B21F1B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4DED-4E4C-0F66-1B77-B0FCCB979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96" y="1828800"/>
            <a:ext cx="5087604" cy="4343400"/>
          </a:xfrm>
        </p:spPr>
        <p:txBody>
          <a:bodyPr/>
          <a:lstStyle/>
          <a:p>
            <a:r>
              <a:rPr lang="en-US" sz="2400" dirty="0"/>
              <a:t>Create a new brush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Select the default texture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76F80-7589-53DE-676F-47C35A216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676400"/>
            <a:ext cx="1800225" cy="1133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A466F-5499-BF63-D5FF-5FFA53B0A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127693"/>
            <a:ext cx="1547813" cy="2745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F90D7-79C1-6C15-10E7-2CACECCEA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00981"/>
            <a:ext cx="4981575" cy="1199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6E7811-8A64-8C42-8465-1313B1F42DE0}"/>
              </a:ext>
            </a:extLst>
          </p:cNvPr>
          <p:cNvSpPr txBox="1"/>
          <p:nvPr/>
        </p:nvSpPr>
        <p:spPr>
          <a:xfrm>
            <a:off x="7467600" y="3059668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it in the Project window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D4E5EE-89EE-26AC-8F18-843B3321E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4500561"/>
            <a:ext cx="3148013" cy="18284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AA322C-CE7E-0187-F50F-6859AFDF62EC}"/>
              </a:ext>
            </a:extLst>
          </p:cNvPr>
          <p:cNvSpPr txBox="1"/>
          <p:nvPr/>
        </p:nvSpPr>
        <p:spPr>
          <a:xfrm>
            <a:off x="8734143" y="39334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on [Falloff Curve]</a:t>
            </a:r>
          </a:p>
        </p:txBody>
      </p:sp>
    </p:spTree>
    <p:extLst>
      <p:ext uri="{BB962C8B-B14F-4D97-AF65-F5344CB8AC3E}">
        <p14:creationId xmlns:p14="http://schemas.microsoft.com/office/powerpoint/2010/main" val="4084047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8510-01CF-BD5E-8B5D-C6332C2A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Falloff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067FF-6CB1-4CFC-DBBB-C4158EC53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5103" y="3200400"/>
            <a:ext cx="5791200" cy="3075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933AED-58EA-B5DA-D7A9-3389EA7C6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57400"/>
            <a:ext cx="3055883" cy="4568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AE174D-21BD-3254-D419-A71A48E04D95}"/>
              </a:ext>
            </a:extLst>
          </p:cNvPr>
          <p:cNvSpPr txBox="1"/>
          <p:nvPr/>
        </p:nvSpPr>
        <p:spPr>
          <a:xfrm>
            <a:off x="228600" y="1604805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if you make your falloff curve like this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0086C-34A3-A141-F934-C956BCEA602A}"/>
              </a:ext>
            </a:extLst>
          </p:cNvPr>
          <p:cNvSpPr txBox="1"/>
          <p:nvPr/>
        </p:nvSpPr>
        <p:spPr>
          <a:xfrm>
            <a:off x="6019800" y="26670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have a “crater” brush like so;</a:t>
            </a:r>
          </a:p>
        </p:txBody>
      </p:sp>
    </p:spTree>
    <p:extLst>
      <p:ext uri="{BB962C8B-B14F-4D97-AF65-F5344CB8AC3E}">
        <p14:creationId xmlns:p14="http://schemas.microsoft.com/office/powerpoint/2010/main" val="2664291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5DF2-07C5-A1B2-B89D-3030F2BA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490D-284B-A04C-EC55-E27339D91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you want to clone similar terrain or its edits you can use clone tool;</a:t>
            </a:r>
          </a:p>
          <a:p>
            <a:endParaRPr lang="en-US" sz="2400" dirty="0"/>
          </a:p>
          <a:p>
            <a:r>
              <a:rPr lang="en-US" sz="2400" dirty="0"/>
              <a:t>To do that:</a:t>
            </a:r>
          </a:p>
          <a:p>
            <a:r>
              <a:rPr lang="en-US" sz="2400" dirty="0"/>
              <a:t>Dropdown menu -&gt; Sculpt -&gt; Clone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8D788-823A-E08E-8331-97537A83D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0800"/>
            <a:ext cx="45053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6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6D5E9-86D9-76F5-EF10-F67E74204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779208"/>
            <a:ext cx="5864353" cy="985836"/>
          </a:xfrm>
        </p:spPr>
        <p:txBody>
          <a:bodyPr/>
          <a:lstStyle/>
          <a:p>
            <a:r>
              <a:rPr lang="en-US" sz="2400" dirty="0"/>
              <a:t>With cloning, if you want a very similar copy, use the full circle brush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39A6C-CDE1-2195-12E2-CE7A2C194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30631"/>
            <a:ext cx="4552950" cy="1990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E1CE5-3E8F-4B05-01E7-C004F522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429000"/>
            <a:ext cx="3386138" cy="322302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43D5F4-A642-B02F-E96F-6C564F29607D}"/>
              </a:ext>
            </a:extLst>
          </p:cNvPr>
          <p:cNvSpPr txBox="1">
            <a:spLocks/>
          </p:cNvSpPr>
          <p:nvPr/>
        </p:nvSpPr>
        <p:spPr>
          <a:xfrm>
            <a:off x="6096000" y="744795"/>
            <a:ext cx="5864353" cy="985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But if you want more randomized results, use any brush from 5</a:t>
            </a:r>
            <a:r>
              <a:rPr lang="en-US" sz="2400" baseline="30000" dirty="0"/>
              <a:t>th</a:t>
            </a:r>
            <a:r>
              <a:rPr lang="en-US" sz="2400" dirty="0"/>
              <a:t> to 9</a:t>
            </a:r>
            <a:r>
              <a:rPr lang="en-US" sz="2400" baseline="30000" dirty="0"/>
              <a:t>th</a:t>
            </a:r>
            <a:r>
              <a:rPr lang="en-US" sz="240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2717C1-C8C7-B3B5-F2FD-9364A8640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778" y="1560871"/>
            <a:ext cx="4400550" cy="228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10C6E3-B128-DF79-A27D-91CBCB19E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394587"/>
            <a:ext cx="3670912" cy="336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8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1E4D-AA2E-B535-7053-687EEF76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72" y="2654709"/>
            <a:ext cx="10963655" cy="762001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95534043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{68D0821B-A960-4B9C-A895-3ABBB471C049}0f45c1b8-b519-4737-8f12-a18148944ef7-TFfcaeb239-e0ad-43c4-9739-4084ddd7c62fe496f549_win32</Template>
  <TotalTime>198</TotalTime>
  <Words>888</Words>
  <Application>Microsoft Office PowerPoint</Application>
  <PresentationFormat>Widescreen</PresentationFormat>
  <Paragraphs>89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Bahnschrift SemiLight</vt:lpstr>
      <vt:lpstr>Blockwork elegance</vt:lpstr>
      <vt:lpstr>Terrain tools</vt:lpstr>
      <vt:lpstr>Tutorial Contents</vt:lpstr>
      <vt:lpstr>Step 1: open file</vt:lpstr>
      <vt:lpstr>Terrain Setup</vt:lpstr>
      <vt:lpstr>Step 2: INspect</vt:lpstr>
      <vt:lpstr>Step 3: select thermal</vt:lpstr>
      <vt:lpstr>Hydraulic &amp; Thermal erosion</vt:lpstr>
      <vt:lpstr>Step 4: adjust brush</vt:lpstr>
      <vt:lpstr>Step 5: polish all steeps</vt:lpstr>
      <vt:lpstr>bonus</vt:lpstr>
      <vt:lpstr>Step 6: Noise</vt:lpstr>
      <vt:lpstr>Step 6: Noise</vt:lpstr>
      <vt:lpstr>Noise</vt:lpstr>
      <vt:lpstr>Step 7: roughen flat surfaces</vt:lpstr>
      <vt:lpstr>Step 8: Smoothing</vt:lpstr>
      <vt:lpstr>Brush masks</vt:lpstr>
      <vt:lpstr>Step 9: hydraulic Erosion</vt:lpstr>
      <vt:lpstr>Falloff</vt:lpstr>
      <vt:lpstr>Falloff</vt:lpstr>
      <vt:lpstr>Falloff</vt:lpstr>
      <vt:lpstr>Cloning</vt:lpstr>
      <vt:lpstr>PowerPoint Presentation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Armandas Abramavičius</dc:creator>
  <cp:lastModifiedBy>Armandas Abramavičius</cp:lastModifiedBy>
  <cp:revision>3</cp:revision>
  <dcterms:created xsi:type="dcterms:W3CDTF">2026-10-29T14:57:28Z</dcterms:created>
  <dcterms:modified xsi:type="dcterms:W3CDTF">2026-10-30T03:45:45Z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