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98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300" r:id="rId42"/>
    <p:sldId id="301" r:id="rId43"/>
    <p:sldId id="302" r:id="rId44"/>
    <p:sldId id="3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6273-279E-9268-EC52-30F51CDD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2C0E7-35E4-EDBC-A57F-74E872969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C9FD-2B46-E429-AC7E-4702C6BB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96578-7F89-7E97-4C16-9C38D6D3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D7413-B029-EABF-BD5E-56B0D2B2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65A9-C1C7-1AF7-11A4-1FC0D27D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6903-826A-D6D4-86FF-C81FDEC8E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58307-2249-AA95-F71E-816A74D3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79AC-E25B-82C8-4AC2-80102E6F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6B481-A670-10D1-E2CF-A6E29F33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8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4B1C-9F94-2E05-C9CB-BEDFF148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7EECB-4AD9-81D8-30FA-25798D78D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F10EE-6E5F-276C-BE08-39DCB324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B38AA-90B8-AA4C-817A-33ED9F92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D325E-FC93-6E34-A20F-6C68F8FA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3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CE1A-31AA-0674-EA81-557B6A40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37F0C-75C7-5D73-55E2-2785D937B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2A4E8-0F2F-F61E-3D99-2C71DE7E5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21427-EAD9-A842-DA78-22326D38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672F1-90CD-DCF4-B73B-90F56E6F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3AE24-0BF4-C75C-EB2E-0C72A9BB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8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EBE5-E453-BA60-AD8C-D88338EA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96EBC-0068-4207-B2C3-BDC71B8D7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11B87-4B4C-14B0-4C50-679BF5C01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62354-EA9D-4CBC-6CE6-37E82DCAD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3E6C1-61B3-CC63-F01E-F4E0961E1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336052-AA31-0352-B052-1DC501AF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5CD99-4EB4-18EB-CB20-F22BE012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7515E-76C5-C731-74C9-424979AF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EFEA-B015-E57B-25F9-6001E645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ACF03-9A53-ACFA-50A5-3EC99470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F1E72-5487-108E-7815-D1DDA9E0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33A1B-0662-C274-1DEA-A51E173F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7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6F75A-4A79-6DA8-EEF9-993BB53C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D3165-F0F5-A4E1-9336-B7190045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CE4E3-544B-0493-64A2-AEB1A3AB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4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5C3D-6FB3-6135-75E1-46B6907F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E8308-9A4F-2BF3-F6A7-B20B46E3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EFDB9-DEDC-D8B1-DE4F-C8148B6B2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BCE60-B54C-C1D5-3CC5-980B843A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CFE0-EFEA-A098-E970-6C691C8F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3A4F1-7BB4-A002-6EC8-0957522B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7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146D-A582-A299-BD88-AAC86786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8DD3E-1D38-05C8-1C1B-19FB2791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801EE-AC6E-9FC8-5325-6CE990DCA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FC4AF-8C5B-27AC-1985-2234EF53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0054-B0B9-640B-A71D-C774D09B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0D16B-48BD-AF78-D77D-B3FBDF5B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1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5647-F2B0-62D6-F911-C3CB6DF4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6BF80-EE59-9EEA-5F0D-C6078DE7E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3BF89-68B4-0787-4946-1332F377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AAE2C-3A3E-DE6E-86BA-9825620F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84DB-4260-F2DA-315B-B9C32459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9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A0CBC-C64B-C75D-E0DF-BFAE1757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C9C46-1F3B-33B7-680A-0325DC13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15B73-BF73-DA17-93E6-B9ADC69B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9967C-64A2-C884-F6C0-6BF4A02C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73A42-657A-1D63-5931-6BD61F74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0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8EBA9-EDF6-54C7-8CA9-66CA05AE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5C6BF-0773-E0EC-358C-52FD6F854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FAE91-966F-1248-D609-32D0420C2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A57E9-9DE0-4D8C-BDDD-E538584D65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BB15-5BFA-2D04-EEA8-08A9D296A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59AE2-831A-48B4-428C-DE94D5BA8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4B172-F3AA-440C-AFB0-9AEEB7C2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6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8791-AE1B-4AD3-78BD-F9F4DF108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dirty="0"/>
              <a:t>Unity Tutorial: Game HUD 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EBACF-87FC-F0B3-0416-CFD6695D9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 anchor="b">
            <a:normAutofit/>
          </a:bodyPr>
          <a:lstStyle/>
          <a:p>
            <a:pPr algn="r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Armandas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Abramavi</a:t>
            </a:r>
            <a:r>
              <a:rPr lang="lt-LT" sz="2000" dirty="0">
                <a:solidFill>
                  <a:schemeClr val="bg2">
                    <a:lumMod val="75000"/>
                  </a:schemeClr>
                </a:solidFill>
              </a:rPr>
              <a:t>č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ius</a:t>
            </a:r>
          </a:p>
        </p:txBody>
      </p:sp>
    </p:spTree>
    <p:extLst>
      <p:ext uri="{BB962C8B-B14F-4D97-AF65-F5344CB8AC3E}">
        <p14:creationId xmlns:p14="http://schemas.microsoft.com/office/powerpoint/2010/main" val="254100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450C-005E-4116-F7E2-04173CC5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Step: 0 – creating a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1BFEF-3B54-543F-F41B-1D40EA38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01" y="1362682"/>
            <a:ext cx="9465798" cy="5495318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C18F541-CECC-76ED-7932-14AF494FFAA4}"/>
              </a:ext>
            </a:extLst>
          </p:cNvPr>
          <p:cNvSpPr/>
          <p:nvPr/>
        </p:nvSpPr>
        <p:spPr>
          <a:xfrm>
            <a:off x="7443019" y="4870969"/>
            <a:ext cx="4237703" cy="124869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F841-2476-5637-23F3-D4D2D7FA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3464" y="5081209"/>
            <a:ext cx="5454445" cy="8282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Create a new Project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(Universal 3D)</a:t>
            </a:r>
          </a:p>
        </p:txBody>
      </p:sp>
    </p:spTree>
    <p:extLst>
      <p:ext uri="{BB962C8B-B14F-4D97-AF65-F5344CB8AC3E}">
        <p14:creationId xmlns:p14="http://schemas.microsoft.com/office/powerpoint/2010/main" val="9493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F1C2-64AC-7547-E79C-22270805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2D7F-BA14-06AF-FE7D-33180870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Step: 1 – Add a canvas in the scene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7C5DB-ABE7-A3C1-E6B6-60C60F6D6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500" y="1324038"/>
            <a:ext cx="7160196" cy="5533962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9C53A9E8-63B6-C620-764E-9EFDCA7DBDCB}"/>
              </a:ext>
            </a:extLst>
          </p:cNvPr>
          <p:cNvSpPr/>
          <p:nvPr/>
        </p:nvSpPr>
        <p:spPr>
          <a:xfrm>
            <a:off x="1366684" y="1690688"/>
            <a:ext cx="2841523" cy="879526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B7BBA-456B-B6A6-9F81-48DB815F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7130" y="1776615"/>
            <a:ext cx="2612922" cy="7203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 Right-click in the hierarchy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47CC9FF0-6FDF-FB9F-3B02-02F25BD55590}"/>
              </a:ext>
            </a:extLst>
          </p:cNvPr>
          <p:cNvSpPr/>
          <p:nvPr/>
        </p:nvSpPr>
        <p:spPr>
          <a:xfrm>
            <a:off x="2344993" y="4763730"/>
            <a:ext cx="2841523" cy="879526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0A1EB1-873A-C8DB-2AC1-2E7F49BF0526}"/>
              </a:ext>
            </a:extLst>
          </p:cNvPr>
          <p:cNvSpPr txBox="1">
            <a:spLocks/>
          </p:cNvSpPr>
          <p:nvPr/>
        </p:nvSpPr>
        <p:spPr>
          <a:xfrm>
            <a:off x="2465439" y="4849657"/>
            <a:ext cx="2612922" cy="720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Select UI (Canvas)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D7441F6-A327-9265-6127-EE7ACDEAF2AC}"/>
              </a:ext>
            </a:extLst>
          </p:cNvPr>
          <p:cNvSpPr/>
          <p:nvPr/>
        </p:nvSpPr>
        <p:spPr>
          <a:xfrm>
            <a:off x="5002608" y="4965291"/>
            <a:ext cx="2286000" cy="43976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EC57E9-C437-84AB-F056-F26E57C24553}"/>
              </a:ext>
            </a:extLst>
          </p:cNvPr>
          <p:cNvSpPr txBox="1">
            <a:spLocks/>
          </p:cNvSpPr>
          <p:nvPr/>
        </p:nvSpPr>
        <p:spPr>
          <a:xfrm>
            <a:off x="5078361" y="4971614"/>
            <a:ext cx="2102091" cy="3601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Select Canvas</a:t>
            </a:r>
          </a:p>
        </p:txBody>
      </p:sp>
    </p:spTree>
    <p:extLst>
      <p:ext uri="{BB962C8B-B14F-4D97-AF65-F5344CB8AC3E}">
        <p14:creationId xmlns:p14="http://schemas.microsoft.com/office/powerpoint/2010/main" val="138163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50E3-274C-C849-8873-FB25854B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5D39983-73A7-54DB-437E-BA3B55C77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986" y="1256070"/>
            <a:ext cx="3615813" cy="50595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Now you have a Canvas in the Hierarchy which also adds the event system automatically.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event system is used to process user inputs such as clicks, touches or key presses.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Canvas acts as a container that holds all the user interface elements.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62E8B2-47AB-C233-434E-9B5A8109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5" y="1256071"/>
            <a:ext cx="7292924" cy="50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3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D06B-448F-289E-698B-CEED38AE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0DB49A-9205-0104-D411-14D4B2748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95" y="1214744"/>
            <a:ext cx="11041626" cy="5759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9BC7FB-9EE8-2E5D-B160-A83A217C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Step: 2 –  Adjust scene &amp; camera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07C1D283-58CB-BFF5-CC12-DF6F7858AC53}"/>
              </a:ext>
            </a:extLst>
          </p:cNvPr>
          <p:cNvSpPr/>
          <p:nvPr/>
        </p:nvSpPr>
        <p:spPr>
          <a:xfrm>
            <a:off x="2344993" y="1302976"/>
            <a:ext cx="2755044" cy="32223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33C8-5FF3-0BF8-AE7B-F19E61076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438" y="1288025"/>
            <a:ext cx="2533400" cy="26390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 Click on #Scene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A5C7B75-C66B-722F-BE9C-45DC646CA0CA}"/>
              </a:ext>
            </a:extLst>
          </p:cNvPr>
          <p:cNvSpPr/>
          <p:nvPr/>
        </p:nvSpPr>
        <p:spPr>
          <a:xfrm>
            <a:off x="717755" y="2108350"/>
            <a:ext cx="2846439" cy="43976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8B664D-3468-8DF4-25BF-D918AFB1761F}"/>
              </a:ext>
            </a:extLst>
          </p:cNvPr>
          <p:cNvSpPr txBox="1">
            <a:spLocks/>
          </p:cNvSpPr>
          <p:nvPr/>
        </p:nvSpPr>
        <p:spPr>
          <a:xfrm>
            <a:off x="838200" y="2114673"/>
            <a:ext cx="2617443" cy="36015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Select Canvas in Hierarchy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388765D4-2C51-E541-82F9-A8A5D6E250B0}"/>
              </a:ext>
            </a:extLst>
          </p:cNvPr>
          <p:cNvSpPr/>
          <p:nvPr/>
        </p:nvSpPr>
        <p:spPr>
          <a:xfrm>
            <a:off x="6020246" y="2772697"/>
            <a:ext cx="3276153" cy="943896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A6DCD6-83A0-7635-8736-FA885E5FF484}"/>
              </a:ext>
            </a:extLst>
          </p:cNvPr>
          <p:cNvSpPr txBox="1">
            <a:spLocks/>
          </p:cNvSpPr>
          <p:nvPr/>
        </p:nvSpPr>
        <p:spPr>
          <a:xfrm>
            <a:off x="6096000" y="2779019"/>
            <a:ext cx="3012586" cy="93757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Press “2” on keyboard so the camera positions to the canvas in a 2D view.</a:t>
            </a:r>
          </a:p>
        </p:txBody>
      </p:sp>
    </p:spTree>
    <p:extLst>
      <p:ext uri="{BB962C8B-B14F-4D97-AF65-F5344CB8AC3E}">
        <p14:creationId xmlns:p14="http://schemas.microsoft.com/office/powerpoint/2010/main" val="403460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88FA-4072-8227-5EF2-9B301FEC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7594B-0ABD-46A2-EC68-C2010A3E8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026" y="567096"/>
            <a:ext cx="7001971" cy="6118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A4C146-F1EF-98F1-02B6-063FEE13A376}"/>
              </a:ext>
            </a:extLst>
          </p:cNvPr>
          <p:cNvSpPr txBox="1"/>
          <p:nvPr/>
        </p:nvSpPr>
        <p:spPr>
          <a:xfrm>
            <a:off x="462116" y="1769806"/>
            <a:ext cx="43753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Canvas has three render modes:</a:t>
            </a:r>
          </a:p>
          <a:p>
            <a:endParaRPr lang="en-US" dirty="0"/>
          </a:p>
          <a:p>
            <a:r>
              <a:rPr lang="en-US" dirty="0"/>
              <a:t>Screen Space – Overlay: it is the default render mode which draws UI elements on top of everything else in the scene;</a:t>
            </a:r>
          </a:p>
          <a:p>
            <a:endParaRPr lang="en-US" dirty="0"/>
          </a:p>
          <a:p>
            <a:r>
              <a:rPr lang="en-US" dirty="0"/>
              <a:t>Screen Space – Camera: it’s a render mode that places the UI plane a specific distance in front of a designated camera</a:t>
            </a:r>
          </a:p>
          <a:p>
            <a:endParaRPr lang="en-US" dirty="0"/>
          </a:p>
          <a:p>
            <a:r>
              <a:rPr lang="en-US" dirty="0"/>
              <a:t>World Space – this render mode places the UI elements in the world space (ex: a name tag above the player)</a:t>
            </a:r>
          </a:p>
        </p:txBody>
      </p:sp>
      <p:pic>
        <p:nvPicPr>
          <p:cNvPr id="7" name="Picture 6" descr="Canvas | Unity UI | 1.0.0">
            <a:extLst>
              <a:ext uri="{FF2B5EF4-FFF2-40B4-BE49-F238E27FC236}">
                <a16:creationId xmlns:a16="http://schemas.microsoft.com/office/drawing/2014/main" id="{72B4B969-A066-FF51-1E3C-0CC73F14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19" y="2752931"/>
            <a:ext cx="3750902" cy="236711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0B8C043-0DF5-8680-FEE0-5361E2BD48B5}"/>
              </a:ext>
            </a:extLst>
          </p:cNvPr>
          <p:cNvSpPr/>
          <p:nvPr/>
        </p:nvSpPr>
        <p:spPr>
          <a:xfrm>
            <a:off x="4640825" y="3803885"/>
            <a:ext cx="1383249" cy="3551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4A7889-7149-18B6-8634-F1FB7A9D0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081" y="5246209"/>
            <a:ext cx="2209229" cy="151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18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F5F5-448F-90B3-193B-4BFBC66F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 3 – Add a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CF417-CE35-5893-1041-253952D22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002" y="1480115"/>
            <a:ext cx="8025995" cy="5012760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80134FB-6D5C-4C6D-955B-2BE41F54B138}"/>
              </a:ext>
            </a:extLst>
          </p:cNvPr>
          <p:cNvSpPr/>
          <p:nvPr/>
        </p:nvSpPr>
        <p:spPr>
          <a:xfrm>
            <a:off x="2163097" y="1480114"/>
            <a:ext cx="3932903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30000A-A572-AB9D-29CF-3BBBF5E0185F}"/>
              </a:ext>
            </a:extLst>
          </p:cNvPr>
          <p:cNvSpPr txBox="1">
            <a:spLocks/>
          </p:cNvSpPr>
          <p:nvPr/>
        </p:nvSpPr>
        <p:spPr>
          <a:xfrm>
            <a:off x="2283543" y="1465335"/>
            <a:ext cx="3616500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1. Right-click the canvas in the hierarchy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87E75E0C-9953-D4E7-1604-F93591034479}"/>
              </a:ext>
            </a:extLst>
          </p:cNvPr>
          <p:cNvSpPr/>
          <p:nvPr/>
        </p:nvSpPr>
        <p:spPr>
          <a:xfrm>
            <a:off x="3485535" y="5663740"/>
            <a:ext cx="3932903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4305643-A243-7AA3-63B1-4C1462D8A873}"/>
              </a:ext>
            </a:extLst>
          </p:cNvPr>
          <p:cNvSpPr txBox="1">
            <a:spLocks/>
          </p:cNvSpPr>
          <p:nvPr/>
        </p:nvSpPr>
        <p:spPr>
          <a:xfrm>
            <a:off x="3605981" y="5648961"/>
            <a:ext cx="3616500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Go to UI (Canvas)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33C8DED-99FD-52AF-5A8D-78A69CF3B9BE}"/>
              </a:ext>
            </a:extLst>
          </p:cNvPr>
          <p:cNvSpPr/>
          <p:nvPr/>
        </p:nvSpPr>
        <p:spPr>
          <a:xfrm>
            <a:off x="7222481" y="2869158"/>
            <a:ext cx="3932903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11C4D62-356A-2635-81E6-F346468E818C}"/>
              </a:ext>
            </a:extLst>
          </p:cNvPr>
          <p:cNvSpPr txBox="1">
            <a:spLocks/>
          </p:cNvSpPr>
          <p:nvPr/>
        </p:nvSpPr>
        <p:spPr>
          <a:xfrm>
            <a:off x="7342927" y="2854379"/>
            <a:ext cx="3616500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Select Button</a:t>
            </a:r>
          </a:p>
        </p:txBody>
      </p:sp>
    </p:spTree>
    <p:extLst>
      <p:ext uri="{BB962C8B-B14F-4D97-AF65-F5344CB8AC3E}">
        <p14:creationId xmlns:p14="http://schemas.microsoft.com/office/powerpoint/2010/main" val="9226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AD6-B11A-07A1-A366-561F23BF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 TMP Essentials &amp; Hierarchy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AF6A29-418C-651F-DA5F-09A6549D0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193" y="1825625"/>
            <a:ext cx="8639613" cy="4351338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18D1E254-5EC9-FF5C-1ED0-01C38B9D9037}"/>
              </a:ext>
            </a:extLst>
          </p:cNvPr>
          <p:cNvSpPr/>
          <p:nvPr/>
        </p:nvSpPr>
        <p:spPr>
          <a:xfrm>
            <a:off x="1582993" y="2020889"/>
            <a:ext cx="3932903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43C4E3-649C-B664-E1CE-2BB3536EF9D1}"/>
              </a:ext>
            </a:extLst>
          </p:cNvPr>
          <p:cNvSpPr txBox="1">
            <a:spLocks/>
          </p:cNvSpPr>
          <p:nvPr/>
        </p:nvSpPr>
        <p:spPr>
          <a:xfrm>
            <a:off x="1703439" y="2006110"/>
            <a:ext cx="3616500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1. Make sure the button is a child of the canvas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F3CFF293-F03E-2D65-7485-FD8818115F3C}"/>
              </a:ext>
            </a:extLst>
          </p:cNvPr>
          <p:cNvSpPr/>
          <p:nvPr/>
        </p:nvSpPr>
        <p:spPr>
          <a:xfrm>
            <a:off x="6567948" y="3367907"/>
            <a:ext cx="2920181" cy="1243422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D1C6D1D-1176-DE94-395A-6DA91F2259D1}"/>
              </a:ext>
            </a:extLst>
          </p:cNvPr>
          <p:cNvSpPr txBox="1">
            <a:spLocks/>
          </p:cNvSpPr>
          <p:nvPr/>
        </p:nvSpPr>
        <p:spPr>
          <a:xfrm>
            <a:off x="6688394" y="3353128"/>
            <a:ext cx="2685252" cy="10183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After adding the button, this menu pops-up. Press Import TMP Essentials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6BAE8D-D790-8DD0-0F9F-60E84606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64" y="5189963"/>
            <a:ext cx="3716595" cy="1668037"/>
          </a:xfrm>
          <a:prstGeom prst="rect">
            <a:avLst/>
          </a:prstGeom>
        </p:spPr>
      </p:pic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DC503F0A-3766-5DC7-2619-715A89C7BB0D}"/>
              </a:ext>
            </a:extLst>
          </p:cNvPr>
          <p:cNvSpPr/>
          <p:nvPr/>
        </p:nvSpPr>
        <p:spPr>
          <a:xfrm>
            <a:off x="9778181" y="5546457"/>
            <a:ext cx="2187678" cy="37747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E951B52-3AD7-2755-4B6F-8A2D72B34F82}"/>
              </a:ext>
            </a:extLst>
          </p:cNvPr>
          <p:cNvSpPr txBox="1">
            <a:spLocks/>
          </p:cNvSpPr>
          <p:nvPr/>
        </p:nvSpPr>
        <p:spPr>
          <a:xfrm>
            <a:off x="9866180" y="5614786"/>
            <a:ext cx="2011679" cy="309149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Press import anyway.</a:t>
            </a:r>
          </a:p>
        </p:txBody>
      </p:sp>
    </p:spTree>
    <p:extLst>
      <p:ext uri="{BB962C8B-B14F-4D97-AF65-F5344CB8AC3E}">
        <p14:creationId xmlns:p14="http://schemas.microsoft.com/office/powerpoint/2010/main" val="304907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4515-4C43-5BFE-3445-A5681F3F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should look like this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C2674A-DDFF-B77A-0EC1-17F7917DA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851" y="1461831"/>
            <a:ext cx="9646298" cy="51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2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591C-6B17-B947-18B5-45B66414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5. Adjust the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738A1-D390-C97F-374B-1AC1539C2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2690"/>
            <a:ext cx="2524125" cy="59055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B38AC6B-FC92-3489-80D2-67DACD5197FC}"/>
              </a:ext>
            </a:extLst>
          </p:cNvPr>
          <p:cNvSpPr/>
          <p:nvPr/>
        </p:nvSpPr>
        <p:spPr>
          <a:xfrm>
            <a:off x="580104" y="1630146"/>
            <a:ext cx="3195484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21B7DF3-D849-AC8A-2049-E678437B43F6}"/>
              </a:ext>
            </a:extLst>
          </p:cNvPr>
          <p:cNvSpPr txBox="1">
            <a:spLocks/>
          </p:cNvSpPr>
          <p:nvPr/>
        </p:nvSpPr>
        <p:spPr>
          <a:xfrm>
            <a:off x="700549" y="1615367"/>
            <a:ext cx="2938407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1. Select the button in the canvas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96FF1D-1E51-4D90-CD7D-24D0380B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46" y="1953329"/>
            <a:ext cx="2434406" cy="2708804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B4E7DCB-570B-F72E-79C2-723DAFC33A4F}"/>
              </a:ext>
            </a:extLst>
          </p:cNvPr>
          <p:cNvSpPr/>
          <p:nvPr/>
        </p:nvSpPr>
        <p:spPr>
          <a:xfrm>
            <a:off x="4506351" y="1535466"/>
            <a:ext cx="3195484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04CDFB5-3A1E-442A-9784-59DFE4CBB74C}"/>
              </a:ext>
            </a:extLst>
          </p:cNvPr>
          <p:cNvSpPr txBox="1">
            <a:spLocks/>
          </p:cNvSpPr>
          <p:nvPr/>
        </p:nvSpPr>
        <p:spPr>
          <a:xfrm>
            <a:off x="4626796" y="1520687"/>
            <a:ext cx="2938407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Select this anchor preset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324603-11C2-6A45-3D98-E100EEFC0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10" y="1953329"/>
            <a:ext cx="3429000" cy="2390775"/>
          </a:xfrm>
          <a:prstGeom prst="rect">
            <a:avLst/>
          </a:prstGeom>
        </p:spPr>
      </p:pic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6E3CE687-7746-9686-9736-CC43B740F922}"/>
              </a:ext>
            </a:extLst>
          </p:cNvPr>
          <p:cNvSpPr/>
          <p:nvPr/>
        </p:nvSpPr>
        <p:spPr>
          <a:xfrm>
            <a:off x="8366892" y="1491436"/>
            <a:ext cx="3195484" cy="323183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8C5E07A-CD4C-65D1-4B61-181368414CB1}"/>
              </a:ext>
            </a:extLst>
          </p:cNvPr>
          <p:cNvSpPr txBox="1">
            <a:spLocks/>
          </p:cNvSpPr>
          <p:nvPr/>
        </p:nvSpPr>
        <p:spPr>
          <a:xfrm>
            <a:off x="8487337" y="1476657"/>
            <a:ext cx="2938407" cy="264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Copy these presets.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509B91-E2BE-28E9-0722-6CD0183D4F90}"/>
              </a:ext>
            </a:extLst>
          </p:cNvPr>
          <p:cNvSpPr txBox="1"/>
          <p:nvPr/>
        </p:nvSpPr>
        <p:spPr>
          <a:xfrm>
            <a:off x="8086109" y="4606745"/>
            <a:ext cx="3784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Rect</a:t>
            </a:r>
            <a:r>
              <a:rPr lang="en-US" dirty="0"/>
              <a:t> Transform explanation in the next slide;</a:t>
            </a:r>
          </a:p>
        </p:txBody>
      </p:sp>
    </p:spTree>
    <p:extLst>
      <p:ext uri="{BB962C8B-B14F-4D97-AF65-F5344CB8AC3E}">
        <p14:creationId xmlns:p14="http://schemas.microsoft.com/office/powerpoint/2010/main" val="184555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9ACE-5F17-E7CE-A92D-DAEF7280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Rect</a:t>
            </a:r>
            <a:r>
              <a:rPr lang="en-US" dirty="0"/>
              <a:t> Transform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9E764-8DCF-8D4D-33CA-EE95AF6AD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256" y="1464546"/>
            <a:ext cx="6473498" cy="45134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636DE8-6B74-3CE3-15F4-72262569BB9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877961" y="1288423"/>
            <a:ext cx="6882581" cy="13466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913F36-116D-C286-5239-896CB7BC7522}"/>
              </a:ext>
            </a:extLst>
          </p:cNvPr>
          <p:cNvSpPr txBox="1"/>
          <p:nvPr/>
        </p:nvSpPr>
        <p:spPr>
          <a:xfrm>
            <a:off x="8760542" y="688258"/>
            <a:ext cx="3126658" cy="120032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the anchor stretch mode which influences how the element scales, pivots and positions itself;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9E1C1-B6AC-21D8-33FB-2FCEAF7A5959}"/>
              </a:ext>
            </a:extLst>
          </p:cNvPr>
          <p:cNvSpPr/>
          <p:nvPr/>
        </p:nvSpPr>
        <p:spPr>
          <a:xfrm>
            <a:off x="2585883" y="2153265"/>
            <a:ext cx="2920182" cy="192712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D7040F-17AF-A319-383E-4B99EAA53AEE}"/>
              </a:ext>
            </a:extLst>
          </p:cNvPr>
          <p:cNvCxnSpPr>
            <a:cxnSpLocks/>
          </p:cNvCxnSpPr>
          <p:nvPr/>
        </p:nvCxnSpPr>
        <p:spPr>
          <a:xfrm flipH="1">
            <a:off x="5624052" y="2900516"/>
            <a:ext cx="2802193" cy="52848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275797-9BDE-F504-9524-438A5EF41FFD}"/>
              </a:ext>
            </a:extLst>
          </p:cNvPr>
          <p:cNvSpPr txBox="1"/>
          <p:nvPr/>
        </p:nvSpPr>
        <p:spPr>
          <a:xfrm>
            <a:off x="8760542" y="2153265"/>
            <a:ext cx="3126658" cy="3139321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values represent the pixel unit offset from the corresponding said side.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“Left: 100” would translate the 100px offset to the left;</a:t>
            </a:r>
          </a:p>
          <a:p>
            <a:endParaRPr lang="en-US" dirty="0"/>
          </a:p>
          <a:p>
            <a:r>
              <a:rPr lang="en-US" dirty="0"/>
              <a:t>You can use negative values like -100 for the opposite effect;</a:t>
            </a:r>
          </a:p>
        </p:txBody>
      </p:sp>
    </p:spTree>
    <p:extLst>
      <p:ext uri="{BB962C8B-B14F-4D97-AF65-F5344CB8AC3E}">
        <p14:creationId xmlns:p14="http://schemas.microsoft.com/office/powerpoint/2010/main" val="426363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617C-8B9B-60AD-4986-61A35073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6562-4D65-513C-41DE-6B778AE6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Rect</a:t>
            </a:r>
            <a:r>
              <a:rPr lang="en-US" dirty="0"/>
              <a:t> Transform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E1A673-68CF-684D-9262-4ECB015D4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256" y="1464546"/>
            <a:ext cx="6473498" cy="45134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6BB505-F03E-1A5B-2C2F-950A1C16AC6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633884" y="1426922"/>
            <a:ext cx="3126658" cy="26829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55BAE5-55D0-8E9F-878F-13BAE6C41F40}"/>
              </a:ext>
            </a:extLst>
          </p:cNvPr>
          <p:cNvSpPr txBox="1"/>
          <p:nvPr/>
        </p:nvSpPr>
        <p:spPr>
          <a:xfrm>
            <a:off x="8760542" y="688258"/>
            <a:ext cx="3126658" cy="147732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Anchor pivot is used to pivot your UI element based on the stretch mode. It positions the object based on the value.</a:t>
            </a:r>
          </a:p>
          <a:p>
            <a:r>
              <a:rPr lang="en-US" dirty="0"/>
              <a:t>(1 = 100% / .5 = 50% / 0 = 0%)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D0BA49-35F7-7B6C-2CFF-E48DA54F0BF1}"/>
              </a:ext>
            </a:extLst>
          </p:cNvPr>
          <p:cNvSpPr/>
          <p:nvPr/>
        </p:nvSpPr>
        <p:spPr>
          <a:xfrm>
            <a:off x="2703870" y="4109884"/>
            <a:ext cx="2920182" cy="690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59AECB-DEC4-A441-66BA-92C0303F66ED}"/>
              </a:ext>
            </a:extLst>
          </p:cNvPr>
          <p:cNvCxnSpPr>
            <a:cxnSpLocks/>
          </p:cNvCxnSpPr>
          <p:nvPr/>
        </p:nvCxnSpPr>
        <p:spPr>
          <a:xfrm flipH="1">
            <a:off x="6892413" y="2900516"/>
            <a:ext cx="1533832" cy="190035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DEA75A-4D7D-E54C-269E-57BA7E27F434}"/>
              </a:ext>
            </a:extLst>
          </p:cNvPr>
          <p:cNvSpPr txBox="1"/>
          <p:nvPr/>
        </p:nvSpPr>
        <p:spPr>
          <a:xfrm>
            <a:off x="8760542" y="2153265"/>
            <a:ext cx="3126658" cy="2031325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Rotation and Scale</a:t>
            </a:r>
          </a:p>
          <a:p>
            <a:endParaRPr lang="en-US" dirty="0"/>
          </a:p>
          <a:p>
            <a:r>
              <a:rPr lang="en-US" dirty="0"/>
              <a:t>Scale sizes your element based on that value.</a:t>
            </a:r>
          </a:p>
          <a:p>
            <a:endParaRPr lang="en-US" dirty="0"/>
          </a:p>
          <a:p>
            <a:r>
              <a:rPr lang="en-US" dirty="0"/>
              <a:t>You can also rotate your elements via X Y Z </a:t>
            </a:r>
            <a:r>
              <a:rPr lang="en-US" dirty="0" err="1"/>
              <a:t>axises</a:t>
            </a:r>
            <a:r>
              <a:rPr lang="en-US" dirty="0"/>
              <a:t>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C0FC1-D21F-544A-553D-279AAD44C3AE}"/>
              </a:ext>
            </a:extLst>
          </p:cNvPr>
          <p:cNvSpPr/>
          <p:nvPr/>
        </p:nvSpPr>
        <p:spPr>
          <a:xfrm>
            <a:off x="703005" y="4851824"/>
            <a:ext cx="6110749" cy="107523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17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2466-38C2-666D-A774-021A9AF0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Customize the appearance of the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E4DB57-1930-B286-E04C-E1C657422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753" y="1690688"/>
            <a:ext cx="341065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230C1-2360-179C-1814-869B144107F7}"/>
              </a:ext>
            </a:extLst>
          </p:cNvPr>
          <p:cNvSpPr txBox="1"/>
          <p:nvPr/>
        </p:nvSpPr>
        <p:spPr>
          <a:xfrm>
            <a:off x="4267200" y="1690688"/>
            <a:ext cx="427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its color however you like; I made it full dark and 33% transparency;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DD03F3-6000-1814-6FD5-867B70391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4998627"/>
            <a:ext cx="3362325" cy="866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235EC1-4FAD-1F7A-E74D-A3C749EDE3F9}"/>
              </a:ext>
            </a:extLst>
          </p:cNvPr>
          <p:cNvSpPr txBox="1"/>
          <p:nvPr/>
        </p:nvSpPr>
        <p:spPr>
          <a:xfrm>
            <a:off x="4414837" y="4197816"/>
            <a:ext cx="336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– select the Text (TMP) in the hierarchy;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8AC1F3-B454-DA76-4A61-696C935F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197" y="3028141"/>
            <a:ext cx="2305050" cy="36320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88D53F-D46C-FEBC-0397-EBFDED91F3E5}"/>
              </a:ext>
            </a:extLst>
          </p:cNvPr>
          <p:cNvSpPr txBox="1"/>
          <p:nvPr/>
        </p:nvSpPr>
        <p:spPr>
          <a:xfrm>
            <a:off x="9070411" y="2550912"/>
            <a:ext cx="33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increase its font size</a:t>
            </a:r>
          </a:p>
        </p:txBody>
      </p:sp>
    </p:spTree>
    <p:extLst>
      <p:ext uri="{BB962C8B-B14F-4D97-AF65-F5344CB8AC3E}">
        <p14:creationId xmlns:p14="http://schemas.microsoft.com/office/powerpoint/2010/main" val="1672181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7E14-00E6-D309-512F-1204A655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Customize the appearance of the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5F8C3C-0E2D-2AB0-9BA8-F9E4BD4BE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4204" y="1690688"/>
            <a:ext cx="274503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F38A30-C904-EE8B-FDC0-76FE5E07B403}"/>
              </a:ext>
            </a:extLst>
          </p:cNvPr>
          <p:cNvSpPr txBox="1"/>
          <p:nvPr/>
        </p:nvSpPr>
        <p:spPr>
          <a:xfrm>
            <a:off x="4572000" y="1858297"/>
            <a:ext cx="27825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scroll down to font settings in the inspector and customize it however you like;</a:t>
            </a:r>
          </a:p>
          <a:p>
            <a:endParaRPr lang="en-US" dirty="0"/>
          </a:p>
          <a:p>
            <a:r>
              <a:rPr lang="en-US" dirty="0"/>
              <a:t>I made it the text full white and made its outline fully dark with 0.25 thickness;</a:t>
            </a:r>
          </a:p>
        </p:txBody>
      </p:sp>
    </p:spTree>
    <p:extLst>
      <p:ext uri="{BB962C8B-B14F-4D97-AF65-F5344CB8AC3E}">
        <p14:creationId xmlns:p14="http://schemas.microsoft.com/office/powerpoint/2010/main" val="3719736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9CBE-90FD-C600-CEBA-43C19020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press play, it should look something like this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87C2DD-5761-9FDE-6F8D-DDED387DF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654" y="1550011"/>
            <a:ext cx="10158146" cy="515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2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135E-5EA9-E0B0-3026-739AEFA0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Let’s add a health bar now</a:t>
            </a:r>
          </a:p>
        </p:txBody>
      </p:sp>
    </p:spTree>
    <p:extLst>
      <p:ext uri="{BB962C8B-B14F-4D97-AF65-F5344CB8AC3E}">
        <p14:creationId xmlns:p14="http://schemas.microsoft.com/office/powerpoint/2010/main" val="4143856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9F16-0AA6-136D-5143-2691B37D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7. Add a Slider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6363D-C1F3-031C-E0EC-5F263205FD4B}"/>
              </a:ext>
            </a:extLst>
          </p:cNvPr>
          <p:cNvSpPr txBox="1"/>
          <p:nvPr/>
        </p:nvSpPr>
        <p:spPr>
          <a:xfrm>
            <a:off x="5897193" y="2644170"/>
            <a:ext cx="4934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Right-click the canvas in the hierarchy </a:t>
            </a:r>
          </a:p>
          <a:p>
            <a:r>
              <a:rPr lang="en-US" sz="2400" dirty="0"/>
              <a:t>and add the slider via UI (Canvas) tab;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6C5ED-F46C-BE00-8953-06AFD8D5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7" y="1578299"/>
            <a:ext cx="4934863" cy="491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3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5861-4C34-3076-4892-0119E060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8. Customize the slider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6C609-2897-3049-5B92-DE2758F81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538" y="1425689"/>
            <a:ext cx="2407418" cy="5299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1. Select the Fill Area &gt; Fill in the hierarchy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BAA83-C93E-60EB-BD97-9B529606D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2117027"/>
            <a:ext cx="2333625" cy="103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2C7F6-9D34-689E-3D32-DF89A9C21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83" y="2354785"/>
            <a:ext cx="1824038" cy="313372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28DA11-2A4A-0A40-1EF3-0BD82365B34E}"/>
              </a:ext>
            </a:extLst>
          </p:cNvPr>
          <p:cNvSpPr txBox="1">
            <a:spLocks/>
          </p:cNvSpPr>
          <p:nvPr/>
        </p:nvSpPr>
        <p:spPr>
          <a:xfrm>
            <a:off x="3551684" y="1511043"/>
            <a:ext cx="3023436" cy="62428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In the inspector, you can set the primary color of the health bar slider; I set it to green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12DDA9-3EBA-7516-4C4E-44836BE2D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92" y="2354785"/>
            <a:ext cx="2200275" cy="75247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33ECDD-ECCE-401C-3DE5-00896770A1DC}"/>
              </a:ext>
            </a:extLst>
          </p:cNvPr>
          <p:cNvSpPr txBox="1">
            <a:spLocks/>
          </p:cNvSpPr>
          <p:nvPr/>
        </p:nvSpPr>
        <p:spPr>
          <a:xfrm>
            <a:off x="7246692" y="1511044"/>
            <a:ext cx="3123207" cy="624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3. Now select the Background in the hierarchy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D1310B-FC12-30BB-4969-C574D1AC8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167" y="3662954"/>
            <a:ext cx="1562889" cy="308601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C89F87D-3DB0-EEE2-367A-3EA4DE9E21D1}"/>
              </a:ext>
            </a:extLst>
          </p:cNvPr>
          <p:cNvSpPr txBox="1">
            <a:spLocks/>
          </p:cNvSpPr>
          <p:nvPr/>
        </p:nvSpPr>
        <p:spPr>
          <a:xfrm>
            <a:off x="9156634" y="3126454"/>
            <a:ext cx="3123207" cy="624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4. In the inspector, you can set the health background color to whatever you like. I made it dark </a:t>
            </a:r>
            <a:r>
              <a:rPr lang="en-US" dirty="0" err="1"/>
              <a:t>gray’ish</a:t>
            </a:r>
            <a:r>
              <a:rPr lang="en-US" dirty="0"/>
              <a:t> red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E18423-3D27-3DD4-E48B-D77EA97D6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67" y="4486251"/>
            <a:ext cx="2905504" cy="2151343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95F9D7B-349C-84AE-3888-36ADF294B9C6}"/>
              </a:ext>
            </a:extLst>
          </p:cNvPr>
          <p:cNvSpPr txBox="1">
            <a:spLocks/>
          </p:cNvSpPr>
          <p:nvPr/>
        </p:nvSpPr>
        <p:spPr>
          <a:xfrm>
            <a:off x="407967" y="3909109"/>
            <a:ext cx="3123207" cy="624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5. Now adjust the slider position to these values</a:t>
            </a:r>
          </a:p>
        </p:txBody>
      </p:sp>
    </p:spTree>
    <p:extLst>
      <p:ext uri="{BB962C8B-B14F-4D97-AF65-F5344CB8AC3E}">
        <p14:creationId xmlns:p14="http://schemas.microsoft.com/office/powerpoint/2010/main" val="140729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3C64-2468-477C-EF70-5D46E984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should look something like this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5E654-68D2-0896-AFF7-59E06B715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117759" cy="50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95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3A5D-53DA-5051-5FCC-098D2388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Let’s add the HP Text inside the bar</a:t>
            </a:r>
          </a:p>
        </p:txBody>
      </p:sp>
    </p:spTree>
    <p:extLst>
      <p:ext uri="{BB962C8B-B14F-4D97-AF65-F5344CB8AC3E}">
        <p14:creationId xmlns:p14="http://schemas.microsoft.com/office/powerpoint/2010/main" val="3635565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5DBA-2FA8-EA1D-3446-80AE7E88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9. Add the text element under the slider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9A699-994E-0F51-0D9B-17E727668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572" y="1825625"/>
            <a:ext cx="71188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90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4775-2C43-9574-E5CA-CC46D1B1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10. Customize the 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FA8D4-98CE-5DAC-4A65-9C8EB0BFB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764" y="2347571"/>
            <a:ext cx="3495675" cy="240982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7162C8-0853-89D0-7D51-8B2AAD2BF9F5}"/>
              </a:ext>
            </a:extLst>
          </p:cNvPr>
          <p:cNvSpPr txBox="1">
            <a:spLocks/>
          </p:cNvSpPr>
          <p:nvPr/>
        </p:nvSpPr>
        <p:spPr>
          <a:xfrm>
            <a:off x="838200" y="1517301"/>
            <a:ext cx="3495674" cy="76682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Selected in the hierarchy - set the stretch mode to full; all directional values to 0, pivot to 0.5 / 0.5 and keep the scale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AA173B-0727-5758-0E5D-7A6E1AD32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581" y="2404721"/>
            <a:ext cx="3467100" cy="235267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110584-1EFB-BDDB-4BD3-1B4E785A80D1}"/>
              </a:ext>
            </a:extLst>
          </p:cNvPr>
          <p:cNvSpPr txBox="1">
            <a:spLocks/>
          </p:cNvSpPr>
          <p:nvPr/>
        </p:nvSpPr>
        <p:spPr>
          <a:xfrm>
            <a:off x="7607709" y="1574450"/>
            <a:ext cx="3495674" cy="7668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Change the text to “100%” because the health bar is always going to start at full</a:t>
            </a:r>
          </a:p>
        </p:txBody>
      </p:sp>
    </p:spTree>
    <p:extLst>
      <p:ext uri="{BB962C8B-B14F-4D97-AF65-F5344CB8AC3E}">
        <p14:creationId xmlns:p14="http://schemas.microsoft.com/office/powerpoint/2010/main" val="391311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FB60-5DE7-2DDD-6DD4-C8A3F3B5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Lastly, let’s add a score text;</a:t>
            </a:r>
          </a:p>
        </p:txBody>
      </p:sp>
    </p:spTree>
    <p:extLst>
      <p:ext uri="{BB962C8B-B14F-4D97-AF65-F5344CB8AC3E}">
        <p14:creationId xmlns:p14="http://schemas.microsoft.com/office/powerpoint/2010/main" val="2501740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63C4-C2BC-341C-4E8A-D7360CED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11. Adding score 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C4D95-E80C-B5A8-EA41-08D75BFC4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381" y="2497394"/>
            <a:ext cx="5104327" cy="3465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DDF3B-9BA3-E552-2B4E-278E32218E0C}"/>
              </a:ext>
            </a:extLst>
          </p:cNvPr>
          <p:cNvSpPr txBox="1"/>
          <p:nvPr/>
        </p:nvSpPr>
        <p:spPr>
          <a:xfrm>
            <a:off x="1179871" y="1724709"/>
            <a:ext cx="397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 Text element under Canvas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3AA40-5626-CA48-4C85-9CB12BB76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847" y="2497394"/>
            <a:ext cx="3390900" cy="2514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6176B1-C7D6-3ACD-D34E-5055D980A6E1}"/>
              </a:ext>
            </a:extLst>
          </p:cNvPr>
          <p:cNvSpPr txBox="1"/>
          <p:nvPr/>
        </p:nvSpPr>
        <p:spPr>
          <a:xfrm>
            <a:off x="7782847" y="1785619"/>
            <a:ext cx="397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inspector, make these </a:t>
            </a:r>
            <a:r>
              <a:rPr lang="en-US" dirty="0" err="1"/>
              <a:t>rect</a:t>
            </a:r>
            <a:r>
              <a:rPr lang="en-US" dirty="0"/>
              <a:t> transform values</a:t>
            </a:r>
          </a:p>
        </p:txBody>
      </p:sp>
    </p:spTree>
    <p:extLst>
      <p:ext uri="{BB962C8B-B14F-4D97-AF65-F5344CB8AC3E}">
        <p14:creationId xmlns:p14="http://schemas.microsoft.com/office/powerpoint/2010/main" val="3666158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3D0D-FCB8-101A-AE6B-1B22FE5A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12. Customize the score 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36257-EEB9-CEE5-3A83-8769B3055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2780872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0DE1B9-F708-9375-8C6D-D53669AF8FC7}"/>
              </a:ext>
            </a:extLst>
          </p:cNvPr>
          <p:cNvSpPr txBox="1"/>
          <p:nvPr/>
        </p:nvSpPr>
        <p:spPr>
          <a:xfrm>
            <a:off x="838200" y="1495206"/>
            <a:ext cx="397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the font bigger and align the text in the middle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EA50AA-EC9B-2182-A7F7-692204AD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34" y="2141537"/>
            <a:ext cx="2780873" cy="44765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BD392F-DAD7-6891-F5A4-9FF587DDB413}"/>
              </a:ext>
            </a:extLst>
          </p:cNvPr>
          <p:cNvSpPr txBox="1"/>
          <p:nvPr/>
        </p:nvSpPr>
        <p:spPr>
          <a:xfrm>
            <a:off x="6210854" y="1495205"/>
            <a:ext cx="397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font settings – I added an outline</a:t>
            </a:r>
          </a:p>
        </p:txBody>
      </p:sp>
    </p:spTree>
    <p:extLst>
      <p:ext uri="{BB962C8B-B14F-4D97-AF65-F5344CB8AC3E}">
        <p14:creationId xmlns:p14="http://schemas.microsoft.com/office/powerpoint/2010/main" val="883419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8553-B181-412B-EA72-1D4DF588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the game should look something like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4601F-E670-DDFA-6388-30D692044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25" y="1314271"/>
            <a:ext cx="9016949" cy="529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0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1F62-E72C-CB5D-1956-D12B742F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7AF34-52BF-010B-36A7-1811132D3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Organized workspace is very important; You should rename all your elements &amp; objects to improve your workflow in the present and future without making everything more confusing;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501B8-15A6-0834-11C0-8870E16B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3579557"/>
            <a:ext cx="3543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47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E799-9437-5B5E-4845-ED975CB3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Let’s begin scripting now</a:t>
            </a:r>
          </a:p>
        </p:txBody>
      </p:sp>
    </p:spTree>
    <p:extLst>
      <p:ext uri="{BB962C8B-B14F-4D97-AF65-F5344CB8AC3E}">
        <p14:creationId xmlns:p14="http://schemas.microsoft.com/office/powerpoint/2010/main" val="3461256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93FC-E052-5E9F-85A3-7C9C85F2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13. Make a scripts folder in the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770DD1-4428-96D6-F9F7-666A11D3E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4061" y="1815577"/>
            <a:ext cx="565751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FBE476-1F6F-164F-3109-649FF7EE50F2}"/>
              </a:ext>
            </a:extLst>
          </p:cNvPr>
          <p:cNvSpPr txBox="1"/>
          <p:nvPr/>
        </p:nvSpPr>
        <p:spPr>
          <a:xfrm>
            <a:off x="838200" y="2019719"/>
            <a:ext cx="3321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Right-click the Assets folder in the Project tab and create a new folder and call it “Scripts”</a:t>
            </a:r>
          </a:p>
        </p:txBody>
      </p:sp>
    </p:spTree>
    <p:extLst>
      <p:ext uri="{BB962C8B-B14F-4D97-AF65-F5344CB8AC3E}">
        <p14:creationId xmlns:p14="http://schemas.microsoft.com/office/powerpoint/2010/main" val="605939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862D-320B-8410-8397-C505DD43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14. Create a new script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05D760-3222-9394-C413-121385019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7938" y="1808108"/>
            <a:ext cx="8436719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A2BEE-83F5-C8E0-4F98-067CFE733DA0}"/>
              </a:ext>
            </a:extLst>
          </p:cNvPr>
          <p:cNvSpPr txBox="1"/>
          <p:nvPr/>
        </p:nvSpPr>
        <p:spPr>
          <a:xfrm>
            <a:off x="217798" y="1941061"/>
            <a:ext cx="3321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Right-click the Scripts folder in the Project tab and create a new </a:t>
            </a:r>
            <a:r>
              <a:rPr lang="en-US" dirty="0" err="1"/>
              <a:t>MonoBehaviour</a:t>
            </a:r>
            <a:r>
              <a:rPr lang="en-US" dirty="0"/>
              <a:t> Script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that you can rename to script to whatever you like, but I’ll call it: “</a:t>
            </a:r>
            <a:r>
              <a:rPr lang="en-US" dirty="0" err="1"/>
              <a:t>AttackMenu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653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F8CA-E834-0237-FE7C-203CD113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15. Editing the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268FE-59E9-7F3D-0E87-93FA907A7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Delete Start() and Update() functions inside the script;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8F979-BA7B-225D-F685-714FE9A81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26" y="2467897"/>
            <a:ext cx="6641824" cy="2374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2C1E8A-5705-5FBD-1D36-A100C01F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50" y="3905250"/>
            <a:ext cx="60483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9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2E08-137B-5C4A-81F4-D7FEB614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16. Making the game script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F4FD8F-881C-2ADF-1ED5-BA9B16975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32932"/>
            <a:ext cx="5895975" cy="1685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BDB4C1-561B-3278-EB81-DA4E2457AE7E}"/>
              </a:ext>
            </a:extLst>
          </p:cNvPr>
          <p:cNvSpPr txBox="1"/>
          <p:nvPr/>
        </p:nvSpPr>
        <p:spPr>
          <a:xfrm>
            <a:off x="7317658" y="1880138"/>
            <a:ext cx="338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these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E7A12-E02F-FA82-D2B9-0C36F4BD81B6}"/>
              </a:ext>
            </a:extLst>
          </p:cNvPr>
          <p:cNvSpPr txBox="1"/>
          <p:nvPr/>
        </p:nvSpPr>
        <p:spPr>
          <a:xfrm>
            <a:off x="7317658" y="2625213"/>
            <a:ext cx="42942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use public on score and health just in case, because they’re generic and important variables that might be accessed by other scripts;</a:t>
            </a:r>
          </a:p>
          <a:p>
            <a:endParaRPr lang="en-US" dirty="0"/>
          </a:p>
          <a:p>
            <a:r>
              <a:rPr lang="en-US" dirty="0"/>
              <a:t>And we use private on objects with </a:t>
            </a:r>
            <a:r>
              <a:rPr lang="en-US" dirty="0" err="1"/>
              <a:t>SerializeField</a:t>
            </a:r>
            <a:r>
              <a:rPr lang="en-US" dirty="0"/>
              <a:t>, because we only need to reference them for visual purposes in this case.</a:t>
            </a:r>
          </a:p>
        </p:txBody>
      </p:sp>
    </p:spTree>
    <p:extLst>
      <p:ext uri="{BB962C8B-B14F-4D97-AF65-F5344CB8AC3E}">
        <p14:creationId xmlns:p14="http://schemas.microsoft.com/office/powerpoint/2010/main" val="3167094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3056-3D2B-D93C-F3A4-EC37C7EC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17. Include more namespaces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AB11D5-B40F-94F8-003F-D19EFF918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412" y="2134688"/>
            <a:ext cx="7714146" cy="1821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46EE3-6BD3-CC21-893A-D654F7D37508}"/>
              </a:ext>
            </a:extLst>
          </p:cNvPr>
          <p:cNvSpPr txBox="1"/>
          <p:nvPr/>
        </p:nvSpPr>
        <p:spPr>
          <a:xfrm>
            <a:off x="362412" y="4542503"/>
            <a:ext cx="3472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Additionally include </a:t>
            </a:r>
            <a:r>
              <a:rPr lang="en-US" dirty="0" err="1"/>
              <a:t>UnityEngine.UI</a:t>
            </a:r>
            <a:r>
              <a:rPr lang="en-US" dirty="0"/>
              <a:t> so you can reference Button &amp; Slider elements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4143C-FCF0-2488-2DD8-34936380B2C6}"/>
              </a:ext>
            </a:extLst>
          </p:cNvPr>
          <p:cNvSpPr txBox="1"/>
          <p:nvPr/>
        </p:nvSpPr>
        <p:spPr>
          <a:xfrm>
            <a:off x="4080386" y="4542502"/>
            <a:ext cx="3165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include </a:t>
            </a:r>
            <a:r>
              <a:rPr lang="en-US" dirty="0" err="1"/>
              <a:t>TMPro</a:t>
            </a:r>
            <a:r>
              <a:rPr lang="en-US" dirty="0"/>
              <a:t> to reference </a:t>
            </a:r>
            <a:r>
              <a:rPr lang="en-US" dirty="0" err="1"/>
              <a:t>TextMeshPro</a:t>
            </a:r>
            <a:r>
              <a:rPr lang="en-US" dirty="0"/>
              <a:t> (text) objects</a:t>
            </a:r>
          </a:p>
        </p:txBody>
      </p:sp>
    </p:spTree>
    <p:extLst>
      <p:ext uri="{BB962C8B-B14F-4D97-AF65-F5344CB8AC3E}">
        <p14:creationId xmlns:p14="http://schemas.microsoft.com/office/powerpoint/2010/main" val="2522515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9A60C74-9195-9054-4000-368CEC4FF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23" y="1628696"/>
            <a:ext cx="6296025" cy="2867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730F4C-FEE3-CEF1-660C-2DA11FDD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18. Adding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732A2-8260-7CF3-90E7-0C63878FD855}"/>
              </a:ext>
            </a:extLst>
          </p:cNvPr>
          <p:cNvSpPr txBox="1"/>
          <p:nvPr/>
        </p:nvSpPr>
        <p:spPr>
          <a:xfrm>
            <a:off x="7385101" y="2214784"/>
            <a:ext cx="3527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let’s add a </a:t>
            </a:r>
            <a:r>
              <a:rPr lang="en-US" dirty="0" err="1"/>
              <a:t>addScore</a:t>
            </a:r>
            <a:r>
              <a:rPr lang="en-US" dirty="0"/>
              <a:t>()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B8C3E-5B8C-E7F3-FDF8-90D09653CCD2}"/>
              </a:ext>
            </a:extLst>
          </p:cNvPr>
          <p:cNvSpPr txBox="1"/>
          <p:nvPr/>
        </p:nvSpPr>
        <p:spPr>
          <a:xfrm>
            <a:off x="7385101" y="3333135"/>
            <a:ext cx="37155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Lets make it </a:t>
            </a:r>
            <a:r>
              <a:rPr lang="en-US" dirty="0">
                <a:solidFill>
                  <a:srgbClr val="FF0000"/>
                </a:solidFill>
              </a:rPr>
              <a:t>increment the score up by 1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update the score text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The function is private, because it will only be used internally and it’s a void, because it won’t return anything.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05E81A-3FF9-CEFC-7E78-A28ADDF73423}"/>
              </a:ext>
            </a:extLst>
          </p:cNvPr>
          <p:cNvCxnSpPr/>
          <p:nvPr/>
        </p:nvCxnSpPr>
        <p:spPr>
          <a:xfrm flipH="1">
            <a:off x="2792361" y="3873910"/>
            <a:ext cx="45927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79DEBF5-322A-4145-7071-B6AAEC5C20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06298" y="4033497"/>
            <a:ext cx="4444719" cy="1198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011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6BE8-A6E2-BF0A-C1E4-B43DA484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19. Health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E48AD3-5036-AF2A-6512-4D0DBD5C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9832"/>
            <a:ext cx="4095750" cy="2162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C77D4-C032-61EF-2FD2-7A443FD2C36B}"/>
              </a:ext>
            </a:extLst>
          </p:cNvPr>
          <p:cNvSpPr txBox="1"/>
          <p:nvPr/>
        </p:nvSpPr>
        <p:spPr>
          <a:xfrm>
            <a:off x="5496232" y="1835256"/>
            <a:ext cx="38149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we make 2 more functions that are private, because they’re only going to be used within the code;</a:t>
            </a:r>
          </a:p>
          <a:p>
            <a:endParaRPr lang="en-US" dirty="0"/>
          </a:p>
          <a:p>
            <a:r>
              <a:rPr lang="en-US" dirty="0"/>
              <a:t>Void, because they do not return a value, but instead complete a function;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1E1FC-6518-A5C1-D3D9-00EAF302C4DA}"/>
              </a:ext>
            </a:extLst>
          </p:cNvPr>
          <p:cNvSpPr txBox="1"/>
          <p:nvPr/>
        </p:nvSpPr>
        <p:spPr>
          <a:xfrm>
            <a:off x="668594" y="4444181"/>
            <a:ext cx="736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updateHealthText</a:t>
            </a:r>
            <a:r>
              <a:rPr lang="en-US" dirty="0"/>
              <a:t>() will change the health object text to the current health variable value and add a “%” at the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5E56C-6A62-9DE7-0BD8-960AA2FF99FB}"/>
              </a:ext>
            </a:extLst>
          </p:cNvPr>
          <p:cNvSpPr txBox="1"/>
          <p:nvPr/>
        </p:nvSpPr>
        <p:spPr>
          <a:xfrm>
            <a:off x="668593" y="5410061"/>
            <a:ext cx="736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resetHealth</a:t>
            </a:r>
            <a:r>
              <a:rPr lang="en-US" dirty="0"/>
              <a:t>() will simply reset the </a:t>
            </a:r>
            <a:r>
              <a:rPr lang="en-US" dirty="0" err="1"/>
              <a:t>healthbar</a:t>
            </a:r>
            <a:r>
              <a:rPr lang="en-US" dirty="0"/>
              <a:t> slider to full and health value back to 100</a:t>
            </a:r>
          </a:p>
        </p:txBody>
      </p:sp>
    </p:spTree>
    <p:extLst>
      <p:ext uri="{BB962C8B-B14F-4D97-AF65-F5344CB8AC3E}">
        <p14:creationId xmlns:p14="http://schemas.microsoft.com/office/powerpoint/2010/main" val="2405504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E889-0080-40F5-C9B1-0EDC43BB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20. Final Damage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C1A88-1AD9-B107-E1A6-8626B6AD7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7391"/>
            <a:ext cx="5648325" cy="3143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2F79E1-F04B-3683-3E79-347DF716D3CB}"/>
              </a:ext>
            </a:extLst>
          </p:cNvPr>
          <p:cNvSpPr txBox="1"/>
          <p:nvPr/>
        </p:nvSpPr>
        <p:spPr>
          <a:xfrm>
            <a:off x="6754761" y="1590336"/>
            <a:ext cx="4955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last main function we will make it public so it can be accessed by the button we’re going to click, and we receive the damage number (int damage);</a:t>
            </a:r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E048E6-9B51-4143-E5A5-19A765159C0C}"/>
              </a:ext>
            </a:extLst>
          </p:cNvPr>
          <p:cNvSpPr/>
          <p:nvPr/>
        </p:nvSpPr>
        <p:spPr>
          <a:xfrm>
            <a:off x="1337187" y="2222090"/>
            <a:ext cx="3048000" cy="1691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65A5C6-2B6E-ECDF-D2AE-BF3AB446717B}"/>
              </a:ext>
            </a:extLst>
          </p:cNvPr>
          <p:cNvSpPr txBox="1"/>
          <p:nvPr/>
        </p:nvSpPr>
        <p:spPr>
          <a:xfrm>
            <a:off x="6754761" y="3067664"/>
            <a:ext cx="4599039" cy="175432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part makes sure that the health doesn’t go in to the negatives;</a:t>
            </a:r>
          </a:p>
          <a:p>
            <a:endParaRPr lang="en-US" dirty="0"/>
          </a:p>
          <a:p>
            <a:r>
              <a:rPr lang="en-US" dirty="0"/>
              <a:t>If health is below or equal to 0, it will reset the health back to 100%, including the visual health bar slider &amp; and adds 1 score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F8D9F1-20B7-6B2A-4B0D-7C345905ABC7}"/>
              </a:ext>
            </a:extLst>
          </p:cNvPr>
          <p:cNvSpPr/>
          <p:nvPr/>
        </p:nvSpPr>
        <p:spPr>
          <a:xfrm>
            <a:off x="1337187" y="4050890"/>
            <a:ext cx="3048000" cy="70792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886E0-802C-DDBC-482B-EDB2ED942780}"/>
              </a:ext>
            </a:extLst>
          </p:cNvPr>
          <p:cNvSpPr txBox="1"/>
          <p:nvPr/>
        </p:nvSpPr>
        <p:spPr>
          <a:xfrm>
            <a:off x="946662" y="5167312"/>
            <a:ext cx="6061588" cy="1513881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part updates the actual health bar visual (slider) based on current health divided by max health (right now, by default max health is 100, but you can make a variable for it)</a:t>
            </a:r>
          </a:p>
          <a:p>
            <a:endParaRPr lang="en-US" dirty="0"/>
          </a:p>
          <a:p>
            <a:r>
              <a:rPr lang="en-US" dirty="0"/>
              <a:t>And lastly we update the % health text inside the health bar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54F7F0-AD44-0656-F7AF-EBF27076F2FF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483510" y="3309016"/>
            <a:ext cx="2271251" cy="635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66B6DF-8C9D-C7D0-8D37-1E022B7A5997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3352800" y="4758812"/>
            <a:ext cx="624656" cy="4085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48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D9C1-461F-39D4-FF8A-48C429EA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88" y="2766218"/>
            <a:ext cx="10515600" cy="1325563"/>
          </a:xfrm>
        </p:spPr>
        <p:txBody>
          <a:bodyPr/>
          <a:lstStyle/>
          <a:p>
            <a:r>
              <a:rPr lang="en-US" dirty="0"/>
              <a:t>How the script should look: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FEB22-3866-9C3C-31AC-4D3A72178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4895" y="914"/>
            <a:ext cx="4457105" cy="68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96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B12A-9BFC-5923-1E4E-CCDC2906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21. Assign the script to the main canvas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AC801-9589-CD68-7721-581656AEF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244" y="1690688"/>
            <a:ext cx="235772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DE921A-A8C3-2105-EE28-C54137D3364E}"/>
              </a:ext>
            </a:extLst>
          </p:cNvPr>
          <p:cNvSpPr txBox="1"/>
          <p:nvPr/>
        </p:nvSpPr>
        <p:spPr>
          <a:xfrm>
            <a:off x="3618272" y="2782669"/>
            <a:ext cx="4159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Drag the script onto the canvas to attach it</a:t>
            </a:r>
          </a:p>
        </p:txBody>
      </p:sp>
    </p:spTree>
    <p:extLst>
      <p:ext uri="{BB962C8B-B14F-4D97-AF65-F5344CB8AC3E}">
        <p14:creationId xmlns:p14="http://schemas.microsoft.com/office/powerpoint/2010/main" val="2027440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0FD5-17E3-1172-63F4-69DFB1FE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22. Referencing objects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AD4969-BACB-21B0-D0EA-E2DA9B5DD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69291"/>
            <a:ext cx="10515600" cy="33882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863F076-FE66-E573-76EE-15E7091EFE8A}"/>
              </a:ext>
            </a:extLst>
          </p:cNvPr>
          <p:cNvSpPr txBox="1">
            <a:spLocks/>
          </p:cNvSpPr>
          <p:nvPr/>
        </p:nvSpPr>
        <p:spPr>
          <a:xfrm>
            <a:off x="970935" y="15672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Drag all the corresponding elements to their places</a:t>
            </a:r>
          </a:p>
        </p:txBody>
      </p:sp>
    </p:spTree>
    <p:extLst>
      <p:ext uri="{BB962C8B-B14F-4D97-AF65-F5344CB8AC3E}">
        <p14:creationId xmlns:p14="http://schemas.microsoft.com/office/powerpoint/2010/main" val="30916472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BE3C-DCF6-AA9C-45D7-759A7779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23. Adjusting Button References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8A898C-7F0E-5F11-AFFC-019E75C14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542" y="3340585"/>
            <a:ext cx="10515600" cy="2638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001211-33B1-757B-BDFD-C840FFF5B986}"/>
              </a:ext>
            </a:extLst>
          </p:cNvPr>
          <p:cNvSpPr txBox="1"/>
          <p:nvPr/>
        </p:nvSpPr>
        <p:spPr>
          <a:xfrm>
            <a:off x="838200" y="1907458"/>
            <a:ext cx="2239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Select the Attack Button in the hierarchy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B2C6D-A074-E8D4-AB80-B8B0C8129A8B}"/>
              </a:ext>
            </a:extLst>
          </p:cNvPr>
          <p:cNvSpPr txBox="1"/>
          <p:nvPr/>
        </p:nvSpPr>
        <p:spPr>
          <a:xfrm>
            <a:off x="8305800" y="1897626"/>
            <a:ext cx="2239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Drag the Canvas onto the On Click {} function panel</a:t>
            </a:r>
          </a:p>
        </p:txBody>
      </p:sp>
    </p:spTree>
    <p:extLst>
      <p:ext uri="{BB962C8B-B14F-4D97-AF65-F5344CB8AC3E}">
        <p14:creationId xmlns:p14="http://schemas.microsoft.com/office/powerpoint/2010/main" val="4066337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9ACB-9D77-FA3F-D7E8-47AD3BF1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24. Button functionality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3C8C1-E701-95CD-E8F2-C267239D129E}"/>
              </a:ext>
            </a:extLst>
          </p:cNvPr>
          <p:cNvSpPr txBox="1"/>
          <p:nvPr/>
        </p:nvSpPr>
        <p:spPr>
          <a:xfrm>
            <a:off x="838200" y="1779639"/>
            <a:ext cx="4333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Click on the functions &gt; Select </a:t>
            </a:r>
            <a:r>
              <a:rPr lang="en-US" dirty="0" err="1"/>
              <a:t>MenuScript</a:t>
            </a:r>
            <a:r>
              <a:rPr lang="en-US" dirty="0"/>
              <a:t> &gt; </a:t>
            </a:r>
            <a:r>
              <a:rPr lang="en-US" dirty="0" err="1"/>
              <a:t>damageHealth</a:t>
            </a:r>
            <a:r>
              <a:rPr lang="en-US" dirty="0"/>
              <a:t> (int)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36D4F-DBDE-F9E0-9456-86716700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1" y="2728176"/>
            <a:ext cx="4120792" cy="3407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D06AB4-B673-89BE-9270-5DF863EE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63" y="3094396"/>
            <a:ext cx="3362325" cy="1200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7F0DFF-E16E-31A5-4762-9395E23893E5}"/>
              </a:ext>
            </a:extLst>
          </p:cNvPr>
          <p:cNvSpPr txBox="1"/>
          <p:nvPr/>
        </p:nvSpPr>
        <p:spPr>
          <a:xfrm>
            <a:off x="6007663" y="1779639"/>
            <a:ext cx="4333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Assign the damage dealt value to whatever you want, I chose 20</a:t>
            </a:r>
          </a:p>
        </p:txBody>
      </p:sp>
    </p:spTree>
    <p:extLst>
      <p:ext uri="{BB962C8B-B14F-4D97-AF65-F5344CB8AC3E}">
        <p14:creationId xmlns:p14="http://schemas.microsoft.com/office/powerpoint/2010/main" val="71485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377C-92C1-D05E-AC6B-4B647811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 should work now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6D7ED-CAAA-9398-DF14-303E98DBB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398" y="1786296"/>
            <a:ext cx="89033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0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2637-7D6E-CC05-50E6-8058AC69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25. Turn the HUD into a prefab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794E3-B629-844E-B3C2-936A78A3A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Simply select the HUD Canvas and drag it into the Assets folder;</a:t>
            </a:r>
          </a:p>
          <a:p>
            <a:pPr marL="0" indent="0">
              <a:buNone/>
            </a:pPr>
            <a:r>
              <a:rPr lang="en-US" dirty="0"/>
              <a:t>This will automatically make it a prefab;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33640-7E9E-2077-84F4-810272DE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2388"/>
            <a:ext cx="3619500" cy="390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47FA45-D6EB-2BB6-7D0F-95A9F27D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123" y="3264156"/>
            <a:ext cx="30956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2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4A46-45B0-4EDD-1B0C-F7D4185B1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That’s it. Thank you for following my tutorial.</a:t>
            </a:r>
          </a:p>
        </p:txBody>
      </p:sp>
    </p:spTree>
    <p:extLst>
      <p:ext uri="{BB962C8B-B14F-4D97-AF65-F5344CB8AC3E}">
        <p14:creationId xmlns:p14="http://schemas.microsoft.com/office/powerpoint/2010/main" val="324710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1421</Words>
  <Application>Microsoft Office PowerPoint</Application>
  <PresentationFormat>Widescreen</PresentationFormat>
  <Paragraphs>143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Aptos Display</vt:lpstr>
      <vt:lpstr>Arial</vt:lpstr>
      <vt:lpstr>Office Theme</vt:lpstr>
      <vt:lpstr>Unity Tutorial: Game HUD UI</vt:lpstr>
      <vt:lpstr>Step: 0 – creating a project</vt:lpstr>
      <vt:lpstr>Step: 1 – Add a canvas in the scene</vt:lpstr>
      <vt:lpstr>PowerPoint Presentation</vt:lpstr>
      <vt:lpstr>Step: 2 –  Adjust scene &amp; camera</vt:lpstr>
      <vt:lpstr>Canvas properties</vt:lpstr>
      <vt:lpstr>Step: 3 – Add a button</vt:lpstr>
      <vt:lpstr>Step 4. TMP Essentials &amp; Hierarchy setup</vt:lpstr>
      <vt:lpstr>Everything should look like this</vt:lpstr>
      <vt:lpstr>Step 5. Adjust the button</vt:lpstr>
      <vt:lpstr>Rect Transform</vt:lpstr>
      <vt:lpstr>Rect Transform</vt:lpstr>
      <vt:lpstr>Step 6. Customize the appearance of the button</vt:lpstr>
      <vt:lpstr>Step 6. Customize the appearance of the button</vt:lpstr>
      <vt:lpstr>If you press play, it should look something like this</vt:lpstr>
      <vt:lpstr>Let’s add a health bar now</vt:lpstr>
      <vt:lpstr>Step 7. Add a Slider</vt:lpstr>
      <vt:lpstr>Step 8. Customize the slider</vt:lpstr>
      <vt:lpstr>It should look something like this</vt:lpstr>
      <vt:lpstr>Let’s add the HP Text inside the bar</vt:lpstr>
      <vt:lpstr>Step 9. Add the text element under the slider</vt:lpstr>
      <vt:lpstr>Step 10. Customize the Text</vt:lpstr>
      <vt:lpstr>Lastly, let’s add a score text;</vt:lpstr>
      <vt:lpstr>Step 11. Adding score text</vt:lpstr>
      <vt:lpstr>Step 12. Customize the score text</vt:lpstr>
      <vt:lpstr>Now the game should look something like this</vt:lpstr>
      <vt:lpstr>Before we continue</vt:lpstr>
      <vt:lpstr>Let’s begin scripting now</vt:lpstr>
      <vt:lpstr>Step 13. Make a scripts folder in the project</vt:lpstr>
      <vt:lpstr>Step 14. Create a new script</vt:lpstr>
      <vt:lpstr>Step 15. Editing the script</vt:lpstr>
      <vt:lpstr>Step 16. Making the game script</vt:lpstr>
      <vt:lpstr>Step 17. Include more namespaces</vt:lpstr>
      <vt:lpstr>Step 18. Adding score</vt:lpstr>
      <vt:lpstr>Step 19. Health functions</vt:lpstr>
      <vt:lpstr>Step 20. Final Damage function</vt:lpstr>
      <vt:lpstr>How the script should look:</vt:lpstr>
      <vt:lpstr>Step 21. Assign the script to the main canvas</vt:lpstr>
      <vt:lpstr>Step 22. Referencing objects</vt:lpstr>
      <vt:lpstr>Step 23. Adjusting Button References</vt:lpstr>
      <vt:lpstr>Step 24. Button functionality</vt:lpstr>
      <vt:lpstr>The game should work now</vt:lpstr>
      <vt:lpstr>Step 25. Turn the HUD into a prefab</vt:lpstr>
      <vt:lpstr>That’s it. Thank you for following my tutorial.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Armandas Abramavičius</dc:creator>
  <cp:lastModifiedBy>Armandas Abramavičius</cp:lastModifiedBy>
  <cp:revision>1</cp:revision>
  <dcterms:created xsi:type="dcterms:W3CDTF">2026-09-10T11:45:24Z</dcterms:created>
  <dcterms:modified xsi:type="dcterms:W3CDTF">2026-09-10T18:56:14Z</dcterms:modified>
</cp:coreProperties>
</file>